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b24/3oXfEol3mrTMEca2WFcYD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85cdd001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785cdd001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g3785cdd0013_0_0:notes"/>
          <p:cNvSpPr txBox="1"/>
          <p:nvPr>
            <p:ph idx="3" type="hdr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  <p:sp>
        <p:nvSpPr>
          <p:cNvPr id="105" name="Google Shape;105;g3785cdd001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85cdd0013_0_8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785cdd0013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785cdd001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785cdd0013_0_18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g3785cdd0013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785cdd0013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85cdd0013_0_28:notes"/>
          <p:cNvSpPr/>
          <p:nvPr>
            <p:ph idx="2" type="sldImg"/>
          </p:nvPr>
        </p:nvSpPr>
        <p:spPr>
          <a:xfrm>
            <a:off x="382588" y="685800"/>
            <a:ext cx="6094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3785cdd0013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785cdd0013_0_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85cdd0013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3785cdd0013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85cdd0013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785cdd0013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85cdd0013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785cdd0013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85cdd0013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785cdd0013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85cdd0013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785cdd0013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85cdd0013_0_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785cdd0013_0_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5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" name="Google Shape;29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1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7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7" name="Google Shape;47;p1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19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19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1" name="Google Shape;61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1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1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1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21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21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2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2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4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4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2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3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85cdd0013_0_0"/>
          <p:cNvSpPr/>
          <p:nvPr/>
        </p:nvSpPr>
        <p:spPr>
          <a:xfrm>
            <a:off x="2387991" y="990600"/>
            <a:ext cx="79248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UE22CS441A</a:t>
            </a: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– Capstone Project Phase – </a:t>
            </a:r>
            <a:r>
              <a:rPr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28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accent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Progress Review # 1</a:t>
            </a:r>
            <a:endParaRPr b="0" i="0" sz="2800" u="none" cap="none" strike="noStrike">
              <a:solidFill>
                <a:schemeClr val="accent2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8" name="Google Shape;108;g3785cdd0013_0_0"/>
          <p:cNvSpPr txBox="1"/>
          <p:nvPr/>
        </p:nvSpPr>
        <p:spPr>
          <a:xfrm>
            <a:off x="1828800" y="4419601"/>
            <a:ext cx="8458200" cy="13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 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     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                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</a:t>
            </a:r>
            <a:endParaRPr b="0" i="0" sz="2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09" name="Google Shape;109;g3785cdd001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85cdd0013_0_8"/>
          <p:cNvSpPr txBox="1"/>
          <p:nvPr/>
        </p:nvSpPr>
        <p:spPr>
          <a:xfrm>
            <a:off x="1828800" y="1161650"/>
            <a:ext cx="8534400" cy="49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 of the Project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Capstone Project Phase – </a:t>
            </a:r>
            <a:r>
              <a:rPr lang="en-US" sz="24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11429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work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11429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Inferences drawn from Literature Survey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1" marL="11429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 with Individual Contribution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of overall Architecture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05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completed modules.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05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Gantt chart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899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6" name="Google Shape;116;g3785cdd0013_0_8"/>
          <p:cNvSpPr txBox="1"/>
          <p:nvPr/>
        </p:nvSpPr>
        <p:spPr>
          <a:xfrm>
            <a:off x="4191000" y="69995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7" name="Google Shape;117;g3785cdd0013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g3785cdd0013_0_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785cdd0013_0_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85cdd0013_0_18"/>
          <p:cNvSpPr txBox="1"/>
          <p:nvPr/>
        </p:nvSpPr>
        <p:spPr>
          <a:xfrm>
            <a:off x="2057400" y="2209800"/>
            <a:ext cx="80772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a basic introduction of the project and also an overview of scope it entails.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1905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Set the context.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6" name="Google Shape;126;g3785cdd0013_0_18"/>
          <p:cNvSpPr txBox="1"/>
          <p:nvPr/>
        </p:nvSpPr>
        <p:spPr>
          <a:xfrm>
            <a:off x="4191000" y="1025102"/>
            <a:ext cx="647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Abstract and Scope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g3785cdd0013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785cdd0013_0_1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785cdd0013_0_1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85cdd0013_0_28"/>
          <p:cNvSpPr txBox="1"/>
          <p:nvPr/>
        </p:nvSpPr>
        <p:spPr>
          <a:xfrm>
            <a:off x="2057400" y="2188868"/>
            <a:ext cx="9067800" cy="4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summary of Phase – 1.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42900" lvl="0" marL="685791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Include the suggestions and improvements made.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6" name="Google Shape;136;g3785cdd0013_0_28"/>
          <p:cNvSpPr txBox="1"/>
          <p:nvPr/>
        </p:nvSpPr>
        <p:spPr>
          <a:xfrm>
            <a:off x="2895600" y="990600"/>
            <a:ext cx="784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891" lvl="0" marL="342891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Summary of Work Done in Capstone Project Phase - 1</a:t>
            </a:r>
            <a:endParaRPr b="0" i="0" sz="2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7" name="Google Shape;137;g3785cdd0013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g3785cdd0013_0_2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785cdd0013_0_2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85cdd0013_0_38"/>
          <p:cNvSpPr txBox="1"/>
          <p:nvPr/>
        </p:nvSpPr>
        <p:spPr>
          <a:xfrm>
            <a:off x="2773600" y="8122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785cdd0013_0_38"/>
          <p:cNvSpPr txBox="1"/>
          <p:nvPr/>
        </p:nvSpPr>
        <p:spPr>
          <a:xfrm>
            <a:off x="1562100" y="2905646"/>
            <a:ext cx="9067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of overall Architecture and modules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785cdd0013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785cdd0013_0_38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785cdd0013_0_38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85cdd0013_0_47"/>
          <p:cNvSpPr txBox="1"/>
          <p:nvPr/>
        </p:nvSpPr>
        <p:spPr>
          <a:xfrm>
            <a:off x="3048000" y="780763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785cdd0013_0_47"/>
          <p:cNvSpPr txBox="1"/>
          <p:nvPr/>
        </p:nvSpPr>
        <p:spPr>
          <a:xfrm>
            <a:off x="1563675" y="1242475"/>
            <a:ext cx="95823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rabicPeriod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List of tasks/Modules to be elaborated in discussion with the guide.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2. For example, If your project consist of Data Preprocessing, the following should be explained,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Collection &amp; Data Preparation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Input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Pre-processing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Visualization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Interpretation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Storage</a:t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2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3.</a:t>
            </a: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List the SDK / API / Model / Jar/ DLL / Tools / Technologies used – Open-Source/ Licensed. 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785cdd0013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785cdd0013_0_47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785cdd0013_0_47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85cdd0013_0_56"/>
          <p:cNvSpPr txBox="1"/>
          <p:nvPr/>
        </p:nvSpPr>
        <p:spPr>
          <a:xfrm>
            <a:off x="3351475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Individual Contribution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785cdd0013_0_56"/>
          <p:cNvSpPr txBox="1"/>
          <p:nvPr/>
        </p:nvSpPr>
        <p:spPr>
          <a:xfrm>
            <a:off x="1828800" y="1752600"/>
            <a:ext cx="9067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</a:t>
            </a:r>
            <a:endParaRPr b="0" i="0" sz="1400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	4. Tabulate the individual contribution of the team  </a:t>
            </a:r>
            <a:endParaRPr b="0" i="0" sz="1400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members with the following,</a:t>
            </a:r>
            <a:endParaRPr b="0" i="0" sz="1400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b="0" i="0" lang="en-US" sz="2400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Tasks/Modules assigned</a:t>
            </a:r>
            <a:endParaRPr b="0" i="0" sz="1400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b="0" i="0" lang="en-US" sz="2400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Development (no. of lines of code &amp; time spent)</a:t>
            </a:r>
            <a:endParaRPr b="0" i="0" sz="1400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3" marL="1828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AutoNum type="alphaLcParenR"/>
            </a:pPr>
            <a:r>
              <a:rPr b="0" i="0" lang="en-US" sz="2400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Tabulate the timeline for all the tasks/modules.</a:t>
            </a:r>
            <a:endParaRPr b="0" i="0" sz="1400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g3785cdd0013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785cdd0013_0_56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785cdd0013_0_56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85cdd0013_0_65"/>
          <p:cNvSpPr txBox="1"/>
          <p:nvPr/>
        </p:nvSpPr>
        <p:spPr>
          <a:xfrm>
            <a:off x="2971800" y="9846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Demonstration and Testing of the Modules Completed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785cdd0013_0_65"/>
          <p:cNvSpPr txBox="1"/>
          <p:nvPr/>
        </p:nvSpPr>
        <p:spPr>
          <a:xfrm>
            <a:off x="1828800" y="1752600"/>
            <a:ext cx="90678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1. Demonstration and Result of modules completed.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2. Testing for the module that is completed.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71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73" name="Google Shape;173;g3785cdd0013_0_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785cdd0013_0_65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785cdd0013_0_65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85cdd0013_0_74"/>
          <p:cNvSpPr txBox="1"/>
          <p:nvPr/>
        </p:nvSpPr>
        <p:spPr>
          <a:xfrm>
            <a:off x="2971800" y="1025102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References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785cdd0013_0_74"/>
          <p:cNvSpPr txBox="1"/>
          <p:nvPr/>
        </p:nvSpPr>
        <p:spPr>
          <a:xfrm>
            <a:off x="2133601" y="1905001"/>
            <a:ext cx="88392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127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Provide references pertaining to your research according to IEEE format.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27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127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Example: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2700" lvl="0" marL="34290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G. Eason, B. Noble, and I. N. Sneddon, “On certain integrals of Lipschitz-Hankel type involving products of Bessel functions,” Phil. Trans. Roy. Soc. London, vol. A247, pp. 529–551, April 1955.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(references)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82" name="Google Shape;182;g3785cdd0013_0_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96601" y="0"/>
            <a:ext cx="1295399" cy="102510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785cdd0013_0_74"/>
          <p:cNvSpPr txBox="1"/>
          <p:nvPr/>
        </p:nvSpPr>
        <p:spPr>
          <a:xfrm>
            <a:off x="76201" y="6311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Title of the Project</a:t>
            </a:r>
            <a:endParaRPr b="0" i="0" sz="1200" u="none" cap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g3785cdd0013_0_74"/>
          <p:cNvSpPr txBox="1"/>
          <p:nvPr>
            <p:ph idx="11" type="ftr"/>
          </p:nvPr>
        </p:nvSpPr>
        <p:spPr>
          <a:xfrm>
            <a:off x="3686185" y="6459785"/>
            <a:ext cx="4822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85cdd0013_0_83"/>
          <p:cNvSpPr/>
          <p:nvPr/>
        </p:nvSpPr>
        <p:spPr>
          <a:xfrm>
            <a:off x="4842760" y="2812475"/>
            <a:ext cx="2506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2023-02-02T07:40:50Z</dcterms:created>
  <dc:creator>Microsoft account</dc:creator>
</cp:coreProperties>
</file>